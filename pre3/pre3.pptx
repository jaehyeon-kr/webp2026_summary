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89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4" autoAdjust="0"/>
    <p:restoredTop sz="94660"/>
  </p:normalViewPr>
  <p:slideViewPr>
    <p:cSldViewPr snapToGrid="0">
      <p:cViewPr varScale="1">
        <p:scale>
          <a:sx n="93" d="100"/>
          <a:sy n="93" d="100"/>
        </p:scale>
        <p:origin x="9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CEFA7-E6B0-46C7-9EE1-9FB9006F3B1E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34FA9-9584-4F9B-BED6-B953C5DDF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198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92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622C8-F6CA-10BA-7432-A5DBB1F3F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16093D-A253-9AAA-2054-D581D15F4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814C18-B054-2108-8DEB-480654A9E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29CD-0095-4230-80E0-4CB8E46C65F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5AEC8E-5DC6-F67F-6A65-FDF567498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B70B6B-95EE-12A3-B9AA-2CA3C595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786B5-2101-4722-93D5-CAB13DD6FE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369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C779-E8FA-F3EE-486C-D2550EDDB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2FD4B9-DA14-1041-A078-F91F64044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9A5718-D66A-BA86-ACBE-61B33C018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29CD-0095-4230-80E0-4CB8E46C65F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15CA09-3648-5149-2260-61BF8660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F785E0-11F8-B86F-4EA9-F17034D0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786B5-2101-4722-93D5-CAB13DD6FE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03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2FC33F-8476-9178-F7BF-530DFB1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E5ED95-3CAE-1F5A-DFFD-3E03A0B3A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79576F-2A12-6CA4-C9DD-033F6D27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29CD-0095-4230-80E0-4CB8E46C65F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A42EB8-529E-2A96-7C09-D52604C2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B072EF-0E05-C137-852B-07939612D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786B5-2101-4722-93D5-CAB13DD6FE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139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279F9-8C57-7A00-BA92-F5BC2941E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21BCE4-069C-AB27-2C05-0D1E26206D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E0EA76-B041-5D0D-4D0B-57B27791D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2668C4-7656-AAA5-4536-AC62D80A1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29CD-0095-4230-80E0-4CB8E46C65F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E9993A-B1E2-E4EC-0EC4-FB1ECB2CC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2D941B-0EE5-8689-0F0D-861A857A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786B5-2101-4722-93D5-CAB13DD6FE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899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7C23E-0065-7CE8-B98E-69AD82E9F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157D57-FCA4-DD8D-7B32-5CFBA36CF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411D2D-40A8-C3A1-B9AC-27CA107E6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BCD3AC-D8DB-5258-0A89-376CFAB7D1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81C25B-F1CD-66DB-40F5-9F75E0F6D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BCB7E7C-8DF4-9D6E-E7EB-865C942BE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29CD-0095-4230-80E0-4CB8E46C65F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E2FF41F-E627-54DB-FA38-3B877E9ED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6E9E09-B490-F1F8-C303-15E5C507B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786B5-2101-4722-93D5-CAB13DD6FE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561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0A6100-1CFF-6D72-AE6A-715B5614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C7B507-DE28-9CA1-7B5C-014BA66C3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29CD-0095-4230-80E0-4CB8E46C65F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F9743F-BC65-4677-9642-AE5F9F6FC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C61023-F6E1-A9FF-7BEE-3A6286E8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786B5-2101-4722-93D5-CAB13DD6FE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996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F4112BE-21B4-6E0D-72AF-3FD167430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29CD-0095-4230-80E0-4CB8E46C65F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8D91B50-D524-814E-84E2-CA52C0403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841B63-6BEC-A138-BB4C-67AEDF27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786B5-2101-4722-93D5-CAB13DD6FE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533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BD7F71-4DD2-DAFF-3FE0-0259B9775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A417BD-2206-9E0F-CA9F-B3FAA1F91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31A7B4-21D1-E6FA-DF55-FF83C8CE0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7DBDF3-F0DB-F107-FEB7-A012816DA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29CD-0095-4230-80E0-4CB8E46C65F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095523-F6D6-2F4E-8A49-6377B5772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2E9B58-05B5-18F1-2F18-387AF7C4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786B5-2101-4722-93D5-CAB13DD6FE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35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5F5F83-0D1A-70E6-BBA3-A2958684E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C33E50C-E7E6-2F4E-DD34-E9E149DA6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7A6F23-1262-59FD-A921-A78D2E1F2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1E2955-95B9-0967-6425-265FFC4E0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29CD-0095-4230-80E0-4CB8E46C65F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7D2189-C7F9-82FE-51B6-D007679C7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DFD2C2-32F7-3E50-ED03-2D31D11DF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786B5-2101-4722-93D5-CAB13DD6FE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284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35A8E-9E83-C43E-4AF0-4AC0F30B5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C3258D-741B-1BDC-48C7-85935B683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1E9B81-32D1-4A2E-DD1F-32311FB25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29CD-0095-4230-80E0-4CB8E46C65F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FA98FB-DE9C-6091-24B8-23E5B2F4F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747D94-6992-4255-AA1D-4F73DA3E8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786B5-2101-4722-93D5-CAB13DD6FE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756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631EB8F-E2AA-F9B4-2836-0E288E2A9E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7BF54A-81C2-8982-9926-F01CF77EF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150339-5A35-4B1A-4A90-F9C3ADDBE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29CD-0095-4230-80E0-4CB8E46C65F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DABFC8-3B49-FD92-A490-9AB73EBC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559F27-D6BC-EF8B-92AE-66944C7C6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786B5-2101-4722-93D5-CAB13DD6FE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376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59329"/>
            <a:ext cx="10974592" cy="5327196"/>
          </a:xfrm>
        </p:spPr>
        <p:txBody>
          <a:bodyPr>
            <a:normAutofit/>
          </a:bodyPr>
          <a:lstStyle>
            <a:lvl1pPr marL="228600" indent="-228600">
              <a:buClr>
                <a:srgbClr val="FA6E6E"/>
              </a:buClr>
              <a:buFont typeface="Arial" panose="020B0604020202020204" pitchFamily="34" charset="0"/>
              <a:buChar char="■"/>
              <a:defRPr sz="2400"/>
            </a:lvl1pPr>
            <a:lvl2pPr marL="538163" indent="-263525">
              <a:lnSpc>
                <a:spcPct val="100000"/>
              </a:lnSpc>
              <a:buClr>
                <a:srgbClr val="FA6E6E"/>
              </a:buClr>
              <a:buFont typeface="Wingdings" panose="05000000000000000000" pitchFamily="2" charset="2"/>
              <a:buChar char="Ø"/>
              <a:defRPr sz="2000"/>
            </a:lvl2pPr>
            <a:lvl3pPr marL="685800" indent="-179388">
              <a:lnSpc>
                <a:spcPct val="100000"/>
              </a:lnSpc>
              <a:buClr>
                <a:srgbClr val="FA6E6E"/>
              </a:buClr>
              <a:buFont typeface="Arial" panose="020B0604020202020204" pitchFamily="34" charset="0"/>
              <a:buChar char="•"/>
              <a:defRPr sz="1800"/>
            </a:lvl3pPr>
            <a:lvl4pPr marL="914400" indent="-182880">
              <a:lnSpc>
                <a:spcPct val="100000"/>
              </a:lnSpc>
              <a:buClr>
                <a:srgbClr val="FA6E6E"/>
              </a:buClr>
              <a:buFont typeface="Arial" panose="020B0604020202020204" pitchFamily="34" charset="0"/>
              <a:buChar char="■"/>
              <a:defRPr sz="1600"/>
            </a:lvl4pPr>
            <a:lvl5pPr marL="1143000" indent="-179388">
              <a:buClr>
                <a:srgbClr val="FA6E6E"/>
              </a:buClr>
              <a:buFont typeface="Arial" panose="020B0604020202020204" pitchFamily="34" charset="0"/>
              <a:buChar char="■"/>
              <a:defRPr sz="1600"/>
            </a:lvl5pPr>
          </a:lstStyle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609601" y="3603"/>
            <a:ext cx="10974592" cy="961737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>
          <a:xfrm>
            <a:off x="11273117" y="6654417"/>
            <a:ext cx="918883" cy="222436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0" y="6593821"/>
            <a:ext cx="12192000" cy="3314"/>
          </a:xfrm>
          <a:prstGeom prst="line">
            <a:avLst/>
          </a:prstGeom>
          <a:ln w="63500" cmpd="tri">
            <a:gradFill flip="none" rotWithShape="1">
              <a:gsLst>
                <a:gs pos="14000">
                  <a:schemeClr val="accent1">
                    <a:lumMod val="5000"/>
                    <a:lumOff val="95000"/>
                  </a:schemeClr>
                </a:gs>
                <a:gs pos="72000">
                  <a:schemeClr val="accent1">
                    <a:lumMod val="45000"/>
                    <a:lumOff val="55000"/>
                  </a:schemeClr>
                </a:gs>
                <a:gs pos="86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8">
            <a:extLst>
              <a:ext uri="{FF2B5EF4-FFF2-40B4-BE49-F238E27FC236}">
                <a16:creationId xmlns:a16="http://schemas.microsoft.com/office/drawing/2014/main" id="{C404ACA3-99F8-4DE1-BF6A-C1BAE32ADC6F}"/>
              </a:ext>
            </a:extLst>
          </p:cNvPr>
          <p:cNvCxnSpPr>
            <a:cxnSpLocks/>
          </p:cNvCxnSpPr>
          <p:nvPr userDrawn="1"/>
        </p:nvCxnSpPr>
        <p:spPr>
          <a:xfrm>
            <a:off x="8117516" y="1047499"/>
            <a:ext cx="4080000" cy="6634"/>
          </a:xfrm>
          <a:prstGeom prst="line">
            <a:avLst/>
          </a:prstGeom>
          <a:ln w="63500" cmpd="tri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8">
            <a:extLst>
              <a:ext uri="{FF2B5EF4-FFF2-40B4-BE49-F238E27FC236}">
                <a16:creationId xmlns:a16="http://schemas.microsoft.com/office/drawing/2014/main" id="{20B13FD4-5468-487B-A2ED-5EEAB4D770CE}"/>
              </a:ext>
            </a:extLst>
          </p:cNvPr>
          <p:cNvCxnSpPr>
            <a:cxnSpLocks/>
          </p:cNvCxnSpPr>
          <p:nvPr userDrawn="1"/>
        </p:nvCxnSpPr>
        <p:spPr>
          <a:xfrm>
            <a:off x="4034380" y="1043541"/>
            <a:ext cx="4080000" cy="6634"/>
          </a:xfrm>
          <a:prstGeom prst="line">
            <a:avLst/>
          </a:prstGeom>
          <a:ln w="63500" cmpd="tri">
            <a:solidFill>
              <a:srgbClr val="960C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58">
            <a:extLst>
              <a:ext uri="{FF2B5EF4-FFF2-40B4-BE49-F238E27FC236}">
                <a16:creationId xmlns:a16="http://schemas.microsoft.com/office/drawing/2014/main" id="{C01815BC-6AD3-4DF7-93D8-79220C64C17F}"/>
              </a:ext>
            </a:extLst>
          </p:cNvPr>
          <p:cNvCxnSpPr>
            <a:cxnSpLocks/>
          </p:cNvCxnSpPr>
          <p:nvPr userDrawn="1"/>
        </p:nvCxnSpPr>
        <p:spPr>
          <a:xfrm>
            <a:off x="-1" y="1037591"/>
            <a:ext cx="4032000" cy="6634"/>
          </a:xfrm>
          <a:prstGeom prst="line">
            <a:avLst/>
          </a:prstGeom>
          <a:ln w="63500" cmpd="tri">
            <a:solidFill>
              <a:srgbClr val="0211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3">
            <a:extLst>
              <a:ext uri="{FF2B5EF4-FFF2-40B4-BE49-F238E27FC236}">
                <a16:creationId xmlns:a16="http://schemas.microsoft.com/office/drawing/2014/main" id="{A9DF8264-D112-4666-A363-B02ABAD1F337}"/>
              </a:ext>
            </a:extLst>
          </p:cNvPr>
          <p:cNvSpPr/>
          <p:nvPr userDrawn="1"/>
        </p:nvSpPr>
        <p:spPr>
          <a:xfrm>
            <a:off x="-75728" y="6598050"/>
            <a:ext cx="628674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Interaction Lab., Seoul National University of Science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34936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E174A4-ABF6-77D9-F676-F74C9B458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F81F17-3C57-1C0B-1F4C-D5C3BE44F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88294-361D-C626-419B-3325A07768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C29CD-0095-4230-80E0-4CB8E46C65F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C90624-149F-4881-8877-7BF4EC7C1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6CA10C-608C-4006-2000-CE3716FC06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2786B5-2101-4722-93D5-CAB13DD6FE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217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dom_practice">
            <a:hlinkClick r:id="" action="ppaction://media"/>
            <a:extLst>
              <a:ext uri="{FF2B5EF4-FFF2-40B4-BE49-F238E27FC236}">
                <a16:creationId xmlns:a16="http://schemas.microsoft.com/office/drawing/2014/main" id="{14A9DF48-3209-86A7-C9BD-1421D293CBDA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9942" y="1169347"/>
            <a:ext cx="5211762" cy="5327650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1E0A6F33-0134-859D-B699-AEA795F03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손풀기</a:t>
            </a:r>
            <a:r>
              <a:rPr lang="en-US" altLang="ko-KR" dirty="0"/>
              <a:t>-3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69D216-37EC-D1FF-514F-E84673A9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ABDDE-5326-FDC1-7ACE-FFD31A7CF0DF}"/>
              </a:ext>
            </a:extLst>
          </p:cNvPr>
          <p:cNvSpPr txBox="1"/>
          <p:nvPr/>
        </p:nvSpPr>
        <p:spPr>
          <a:xfrm>
            <a:off x="4859676" y="314220"/>
            <a:ext cx="6975624" cy="655564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ko-KR" sz="1400" b="0" dirty="0">
                <a:solidFill>
                  <a:srgbClr val="F92672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en-US" altLang="ko-KR" sz="1400" b="0" i="1" dirty="0">
                <a:solidFill>
                  <a:srgbClr val="28C6E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list </a:t>
            </a:r>
            <a:r>
              <a:rPr lang="en-US" altLang="ko-KR" sz="1400" b="0" dirty="0">
                <a:solidFill>
                  <a:srgbClr val="F92672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document.</a:t>
            </a:r>
            <a:r>
              <a:rPr lang="en-US" altLang="ko-KR" sz="1400" b="0" dirty="0" err="1">
                <a:solidFill>
                  <a:srgbClr val="6AAF1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querySelector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F25A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F25A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ul</a:t>
            </a:r>
            <a:r>
              <a:rPr lang="en-US" altLang="ko-KR" sz="1400" b="0" dirty="0">
                <a:solidFill>
                  <a:srgbClr val="F25A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en-US" altLang="ko-KR" sz="1400" b="0" i="1" dirty="0">
                <a:solidFill>
                  <a:srgbClr val="28C6E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input </a:t>
            </a:r>
            <a:r>
              <a:rPr lang="en-US" altLang="ko-KR" sz="1400" b="0" dirty="0">
                <a:solidFill>
                  <a:srgbClr val="F92672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document.</a:t>
            </a:r>
            <a:r>
              <a:rPr lang="en-US" altLang="ko-KR" sz="1400" b="0" dirty="0" err="1">
                <a:solidFill>
                  <a:srgbClr val="6AAF1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querySelector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F25A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"input"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en-US" altLang="ko-KR" sz="1400" b="0" i="1" dirty="0">
                <a:solidFill>
                  <a:srgbClr val="28C6E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button </a:t>
            </a:r>
            <a:r>
              <a:rPr lang="en-US" altLang="ko-KR" sz="1400" b="0" dirty="0">
                <a:solidFill>
                  <a:srgbClr val="F92672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document.</a:t>
            </a:r>
            <a:r>
              <a:rPr lang="en-US" altLang="ko-KR" sz="1400" b="0" dirty="0" err="1">
                <a:solidFill>
                  <a:srgbClr val="6AAF1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querySelector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F25A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"#add"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en-US" altLang="ko-KR" sz="1400" b="0" i="1" dirty="0">
                <a:solidFill>
                  <a:srgbClr val="28C6E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button2 </a:t>
            </a:r>
            <a:r>
              <a:rPr lang="en-US" altLang="ko-KR" sz="1400" b="0" dirty="0">
                <a:solidFill>
                  <a:srgbClr val="F92672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document.</a:t>
            </a:r>
            <a:r>
              <a:rPr lang="en-US" altLang="ko-KR" sz="1400" b="0" dirty="0" err="1">
                <a:solidFill>
                  <a:srgbClr val="6AAF1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querySelector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F25A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"#</a:t>
            </a:r>
            <a:r>
              <a:rPr lang="en-US" altLang="ko-KR" sz="1400" b="0" dirty="0" err="1">
                <a:solidFill>
                  <a:srgbClr val="F25A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removeAll</a:t>
            </a:r>
            <a:r>
              <a:rPr lang="en-US" altLang="ko-KR" sz="1400" b="0" dirty="0">
                <a:solidFill>
                  <a:srgbClr val="F25A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button.</a:t>
            </a:r>
            <a:r>
              <a:rPr lang="en-US" altLang="ko-KR" sz="1400" b="0" dirty="0" err="1">
                <a:solidFill>
                  <a:srgbClr val="6AAF1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addEventListener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F25A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"click"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() </a:t>
            </a:r>
            <a:r>
              <a:rPr lang="en-US" altLang="ko-KR" sz="1400" b="0" i="1" dirty="0">
                <a:solidFill>
                  <a:srgbClr val="28C6E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 // 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추가 버튼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// 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글자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버튼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list item element </a:t>
            </a:r>
            <a:r>
              <a:rPr lang="ko-KR" alt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생성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altLang="ko-K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// list item</a:t>
            </a:r>
            <a:r>
              <a:rPr lang="ko-KR" alt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에 글자와 버튼 추가</a:t>
            </a:r>
            <a:endParaRPr lang="en-US" altLang="ko-K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// </a:t>
            </a:r>
            <a:r>
              <a:rPr lang="en-US" altLang="ko-K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ko-KR" alt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요소의 값을 획득하려면 </a:t>
            </a:r>
            <a:r>
              <a:rPr lang="en-US" altLang="ko-K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 </a:t>
            </a:r>
            <a:r>
              <a:rPr lang="ko-KR" alt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속성 이용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// list</a:t>
            </a:r>
            <a:r>
              <a:rPr lang="ko-KR" alt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에 </a:t>
            </a:r>
            <a:r>
              <a:rPr lang="en-US" altLang="ko-K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 item </a:t>
            </a:r>
            <a:r>
              <a:rPr lang="ko-KR" alt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추가</a:t>
            </a:r>
            <a:endParaRPr lang="en-US" altLang="ko-K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listBtn.</a:t>
            </a:r>
            <a:r>
              <a:rPr lang="en-US" altLang="ko-KR" sz="1400" b="0" dirty="0" err="1">
                <a:solidFill>
                  <a:srgbClr val="6AAF1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addEventListener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F25A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＂click＂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() </a:t>
            </a:r>
            <a:r>
              <a:rPr lang="en-US" altLang="ko-KR" sz="1400" b="0" i="1" dirty="0">
                <a:solidFill>
                  <a:srgbClr val="28C6E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// 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각각의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Delete button 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을 눌렀을 때의 동작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해당 항목 삭제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// </a:t>
            </a:r>
            <a:r>
              <a:rPr lang="en-US" altLang="ko-K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listBtn</a:t>
            </a:r>
            <a:r>
              <a:rPr lang="ko-KR" alt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은 버튼을 참조하는 녀석이겠죠</a:t>
            </a:r>
            <a:r>
              <a:rPr lang="en-US" altLang="ko-K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});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input.</a:t>
            </a:r>
            <a:r>
              <a:rPr lang="en-US" altLang="ko-KR" sz="1400" b="0" dirty="0" err="1">
                <a:solidFill>
                  <a:srgbClr val="6AAF1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focus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        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});</a:t>
            </a:r>
          </a:p>
          <a:p>
            <a:endParaRPr lang="en-US" altLang="ko-K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  button2.</a:t>
            </a:r>
            <a:r>
              <a:rPr lang="en-US" altLang="ko-KR" sz="1400" b="0" dirty="0">
                <a:solidFill>
                  <a:srgbClr val="6AAF1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addEventListener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F25A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"click"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() </a:t>
            </a:r>
            <a:r>
              <a:rPr lang="en-US" altLang="ko-KR" sz="1400" b="0" i="1" dirty="0">
                <a:solidFill>
                  <a:srgbClr val="28C6E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 // 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삭제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버튼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// 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추가된 항목들을 다 찾아서 삭제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});</a:t>
            </a:r>
          </a:p>
          <a:p>
            <a:endParaRPr lang="en-US" altLang="ko-KR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&lt;/</a:t>
            </a:r>
            <a:r>
              <a:rPr lang="en-US" altLang="ko-KR" sz="1400" b="0" dirty="0">
                <a:solidFill>
                  <a:srgbClr val="F92672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31480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60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169</Words>
  <Application>Microsoft Office PowerPoint</Application>
  <PresentationFormat>와이드스크린</PresentationFormat>
  <Paragraphs>26</Paragraphs>
  <Slides>1</Slides>
  <Notes>1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Consolas</vt:lpstr>
      <vt:lpstr>Wingdings</vt:lpstr>
      <vt:lpstr>Office 테마</vt:lpstr>
      <vt:lpstr>손풀기-3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정진우</dc:creator>
  <cp:lastModifiedBy>정진우</cp:lastModifiedBy>
  <cp:revision>2</cp:revision>
  <dcterms:created xsi:type="dcterms:W3CDTF">2025-05-11T06:05:23Z</dcterms:created>
  <dcterms:modified xsi:type="dcterms:W3CDTF">2026-04-22T15:25:54Z</dcterms:modified>
</cp:coreProperties>
</file>